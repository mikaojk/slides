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Presentasjonen byggjer på README.md i MikAoJk/rust-kotlin-csharp-crud-performance. Tala gjeld dei registrerte lokale køyringane, ikkje ei generell rangering av språka. Talformatet i tabellar og diagram er halde likt som i kjelda.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Køyringane vart gjorde lokalt på same maskin. Maksimalt 501 virtuelle brukarar totalt. Overvakingsbrukaren samla CPU- og minnemålingar for prosessen.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HTTP-førespurnader totalt: C# 334,856; Kotlin 300,382; Rust 409,099. k6 sine aggregerte HTTP-tal inkluderer òg overvakingsførespurnader. Diagrammet startar ved null og bruker same skala for alle 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p95 er 95-persentilen: om lag 95 % av førespurnadene hadde ei responstid på eller under denne verdien. Merk ulike einingar i maksimumsrada: sekund for C# og Kotlin, millisekund for 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Fullførte iterasjonar er ikkje det same som fullførte CRUD-syklusar, fordi overvakingsiterasjonar inngår i k6-totalane.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Gjennomsnittleg RSS: C# 140.34 MiB, Kotlin 213.77 MiB, Rust 14.27 MiB. Maksimal RSS: C# 158.77 MiB, Kotlin 280.37 MiB, Rust 19.62 MiB. Verdiane er utvalde prosessmålingar, ikkje heile systemet sitt minneforbruk.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100 % beståtte sjekkar og null HTTP-feil gjeld berre denne arbeidslasta og dei registrerte køyringane. Dette dokumenterer ikkje at applikasjonane er feilfrie i alle situasjonar.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Ikkje generaliser frå desse applikasjonane til alle Rust-, Kotlin- eller C#-system. README dokumenterer same arbeidslast og lokale køyringar, men ikkje eit grunnlag for statistisk usikkerheit. Høgare gjennomstrøyming, lågare responstid og mindre RSS er observerte resultat, ikkje ein dokumentert årsaksanalyse.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Presentasjonen er basert på lokale README.md og RUNS.md. Kjeldelenkjene peikar på hovudgreinene og kan få nytt innhald seinare. Tala er presenterte med kjelda sitt talformat.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kAoJk/rust-kotlin-csharp-crud-performance/blob/main/README.md" TargetMode="External"/><Relationship Id="rId3" Type="http://schemas.openxmlformats.org/officeDocument/2006/relationships/hyperlink" Target="https://github.com/MikAoJk/rust-kotlin-csharp-crud-performance/blob/main/RUNS.md" TargetMode="External"/><Relationship Id="rId4" Type="http://schemas.openxmlformats.org/officeDocument/2006/relationships/hyperlink" Target="https://github.com/MikAoJk/csharp-crud-rest-api" TargetMode="External"/><Relationship Id="rId5" Type="http://schemas.openxmlformats.org/officeDocument/2006/relationships/hyperlink" Target="https://github.com/MikAoJk/kotlin-ktor-crud-rest-api" TargetMode="External"/><Relationship Id="rId6" Type="http://schemas.openxmlformats.org/officeDocument/2006/relationships/hyperlink" Target="https://github.com/MikAoJk/rust-crud-rest-api" TargetMode="Externa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Rust, Kotlin og C#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Samanlikning av tre CRUD-applikasjonar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515600" cy="12344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F3F6FB"/>
                </a:solidFill>
                <a:latin typeface="Aptos"/>
              </a:rPr>
              <a:t>Same arbeidslast.</a:t>
            </a:r>
          </a:p>
          <a:p>
            <a:pPr>
              <a:spcAft>
                <a:spcPts val="1000"/>
              </a:spcAft>
            </a:pPr>
            <a:r>
              <a:rPr sz="3700" b="1">
                <a:solidFill>
                  <a:srgbClr val="F3F6FB"/>
                </a:solidFill>
                <a:latin typeface="Aptos"/>
              </a:rPr>
              <a:t>Ulik gjennomstrøyming og minnebruk.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044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749039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9F97FF"/>
                </a:solidFill>
                <a:latin typeface="Aptos"/>
              </a:rPr>
              <a:t>972.71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48056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HTTP-førespurnader/s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530352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Rust: høgast gjennomstrøyming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52044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3749039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F2B766"/>
                </a:solidFill>
                <a:latin typeface="Aptos"/>
              </a:rPr>
              <a:t>14.27 MiB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448056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Gjennomsnittleg RSS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530352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Rust: minst prosessminne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52044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8" y="3749039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5CD4B2"/>
                </a:solidFill>
                <a:latin typeface="Aptos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448056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Beståtte sjekkar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530352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Alle tre: ingen HTTP-feil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Slik vart testen køyrd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Same k6-arbeidslast for alle tre applikasjonane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240280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9F97FF"/>
                </a:solidFill>
                <a:latin typeface="Aptos"/>
              </a:rPr>
              <a:t>7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97180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Testlengd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79476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Inkluderer opp- og nedtrapping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1168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40280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F2B766"/>
                </a:solidFill>
                <a:latin typeface="Aptos"/>
              </a:rPr>
              <a:t>500 + 1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97180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Virtuelle brukarar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79476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500 CRUD-brukarar + 1 for måling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011680"/>
            <a:ext cx="3383280" cy="242316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8" y="2240280"/>
            <a:ext cx="29718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700" b="1">
                <a:solidFill>
                  <a:srgbClr val="5CD4B2"/>
                </a:solidFill>
                <a:latin typeface="Aptos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02168" y="2971800"/>
            <a:ext cx="2971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F3F6FB"/>
                </a:solidFill>
                <a:latin typeface="Aptos"/>
              </a:rPr>
              <a:t>Førespurnader per runde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794760"/>
            <a:ext cx="2971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Éin fullført CRUD-iterasjon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10652760" cy="5029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F3F6FB"/>
                </a:solidFill>
                <a:latin typeface="Aptos"/>
              </a:rPr>
              <a:t>Opprett  &gt;  list  &gt;  les  &gt;  oppdater  &gt;  les oppdatert  &gt;  slett  &gt;  les sletta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13832"/>
            <a:ext cx="106527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B4C1D3"/>
                </a:solidFill>
                <a:latin typeface="Aptos"/>
              </a:rPr>
              <a:t>Siste førespurnad venta HTTP 404. Dette var ein bestått sjekk, ikkje ein HTTP-feil.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Rust hadde høgast gjennomstrøyming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Gjennomsnitt over heile testen, inkludert opp- og nedtrapping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984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B4C1D3"/>
                </a:solidFill>
                <a:latin typeface="Aptos"/>
              </a:rPr>
              <a:t>HTTP-førespurnader per sekund | høgare er betre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2624328"/>
            <a:ext cx="5693309" cy="384048"/>
          </a:xfrm>
          <a:prstGeom prst="rect">
            <a:avLst/>
          </a:prstGeom>
          <a:solidFill>
            <a:srgbClr val="9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58775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796.89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47288"/>
            <a:ext cx="5105467" cy="384048"/>
          </a:xfrm>
          <a:prstGeom prst="rect">
            <a:avLst/>
          </a:prstGeom>
          <a:solidFill>
            <a:srgbClr val="F2B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1071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714.61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4270248"/>
            <a:ext cx="6949440" cy="38404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23367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972.71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66360"/>
            <a:ext cx="1065276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500" b="1">
                <a:solidFill>
                  <a:srgbClr val="5CD4B2"/>
                </a:solidFill>
                <a:latin typeface="Aptos"/>
              </a:rPr>
              <a:t>Rust: +22.1 % mot C#  |  +36.1 % mot Kotlin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715000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B4C1D3"/>
                </a:solidFill>
                <a:latin typeface="Aptos"/>
              </a:rPr>
              <a:t>C# handterte 11.5 % fleire førespurnader/s enn Kotlin.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Lågast responstid med 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k6 http_req_duration | lågare er betre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45491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84248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3F6FB"/>
                </a:solidFill>
                <a:latin typeface="Aptos"/>
              </a:rPr>
              <a:t>Måltal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920240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8968" y="1984248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920240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84248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920240"/>
            <a:ext cx="20345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82328" y="1984248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459736"/>
            <a:ext cx="45491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523744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Gjennomsnitt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2459736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2523744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304.60 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2459736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23744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339.30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459736"/>
            <a:ext cx="20345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2523744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248.49 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999232"/>
            <a:ext cx="45491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063240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Median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2999232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063240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119.49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2999232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3063240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295.28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2999232"/>
            <a:ext cx="20345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82328" y="3063240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102.06 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538728"/>
            <a:ext cx="45491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3602736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p90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538728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8968" y="3602736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691.72 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3538728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3602736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687.85 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3538728"/>
            <a:ext cx="20345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82328" y="3602736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600.64 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078224"/>
            <a:ext cx="45491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4142232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p95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9240" y="4078224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58968" y="4142232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787.67 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4078224"/>
            <a:ext cx="198882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70648" y="4142232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710.73 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72600" y="4078224"/>
            <a:ext cx="2034540" cy="516635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82328" y="4142232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618.47 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4617720"/>
            <a:ext cx="45491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6968" y="4681728"/>
            <a:ext cx="438912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Maksimum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4617720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58968" y="4681728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2.78 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60920" y="4617720"/>
            <a:ext cx="198882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0648" y="4681728"/>
            <a:ext cx="1828800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1.99 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72600" y="4617720"/>
            <a:ext cx="2034540" cy="516635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82328" y="4681728"/>
            <a:ext cx="1874519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993.13 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5413248"/>
            <a:ext cx="106527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5CD4B2"/>
                </a:solidFill>
                <a:latin typeface="Aptos"/>
              </a:rPr>
              <a:t>Kotlin hadde lågare p90, p95 og maksimum enn C#, men Rust låg lågast på alle fem måltala.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Iterasjonar: same hovudmønster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Aggregerte k6-tal inkluderer overvaking og er ikkje berre CRUD-rundar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45491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84248"/>
            <a:ext cx="43891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3F6FB"/>
                </a:solidFill>
                <a:latin typeface="Aptos"/>
              </a:rPr>
              <a:t>Måltal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920240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8968" y="1984248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920240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84248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920240"/>
            <a:ext cx="20345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82328" y="1984248"/>
            <a:ext cx="1874519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23744"/>
            <a:ext cx="454914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587752"/>
            <a:ext cx="43891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Fullførte iterasjonar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2523744"/>
            <a:ext cx="198882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2587752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48,122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2523744"/>
            <a:ext cx="198882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87752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43,204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523744"/>
            <a:ext cx="203454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2587752"/>
            <a:ext cx="1874519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58,783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27248"/>
            <a:ext cx="45491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191256"/>
            <a:ext cx="43891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Iterasjonar per sekund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3127248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191256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114.52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127248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3191256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102.78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3127248"/>
            <a:ext cx="20345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82328" y="3191256"/>
            <a:ext cx="1874519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139.77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730752"/>
            <a:ext cx="454914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3794760"/>
            <a:ext cx="43891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Gjennomsnittleg varigheit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730752"/>
            <a:ext cx="198882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8968" y="3794760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2.12 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3730752"/>
            <a:ext cx="198882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3794760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2.36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3730752"/>
            <a:ext cx="2034540" cy="580644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82328" y="3794760"/>
            <a:ext cx="1874519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1.73 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334256"/>
            <a:ext cx="45491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4398264"/>
            <a:ext cx="43891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p95-varigheit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9240" y="4334256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58968" y="4398264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5.19 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60920" y="4334256"/>
            <a:ext cx="198882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70648" y="4398264"/>
            <a:ext cx="182880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4.79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72600" y="4334256"/>
            <a:ext cx="2034540" cy="580644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82328" y="4398264"/>
            <a:ext cx="1874519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4.29 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303520"/>
            <a:ext cx="1065276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Rust hadde kortast gjennomsnittleg og p95 iterasjonsvarigheit.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Kotlin hadde lågare p95 enn C#, men høgare gjennomsnitt.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Stor skilnad i minnebruk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RSS er resident prosessminne | lågare er betre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984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B4C1D3"/>
                </a:solidFill>
                <a:latin typeface="Aptos"/>
              </a:rPr>
              <a:t>Gjennomsnittleg RSS, MiB | felles skala frå null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2624328"/>
            <a:ext cx="4562307" cy="384048"/>
          </a:xfrm>
          <a:prstGeom prst="rect">
            <a:avLst/>
          </a:prstGeom>
          <a:solidFill>
            <a:srgbClr val="9F9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58775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140.34 MiB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47288"/>
            <a:ext cx="6949440" cy="384048"/>
          </a:xfrm>
          <a:prstGeom prst="rect">
            <a:avLst/>
          </a:prstGeom>
          <a:solidFill>
            <a:srgbClr val="F2B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1071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213.77 MiB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51960"/>
            <a:ext cx="100584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2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4270248"/>
            <a:ext cx="463902" cy="38404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233672"/>
            <a:ext cx="2240280" cy="4572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3F6FB"/>
                </a:solidFill>
                <a:latin typeface="Aptos"/>
              </a:rPr>
              <a:t>14.27 MiB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120640"/>
            <a:ext cx="4549140" cy="434340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438912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3F6FB"/>
                </a:solidFill>
                <a:latin typeface="Aptos"/>
              </a:rPr>
              <a:t>Måltal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9240" y="5120640"/>
            <a:ext cx="1988820" cy="434340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58968" y="5184648"/>
            <a:ext cx="182880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60920" y="5120640"/>
            <a:ext cx="1988820" cy="434340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0648" y="5184648"/>
            <a:ext cx="182880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5120640"/>
            <a:ext cx="2034540" cy="434340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82328" y="5184648"/>
            <a:ext cx="1874519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577840"/>
            <a:ext cx="4549140" cy="434340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5641848"/>
            <a:ext cx="438912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Maksimal RSS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5577840"/>
            <a:ext cx="1988820" cy="434340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58968" y="5641848"/>
            <a:ext cx="182880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158.77 MiB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5577840"/>
            <a:ext cx="1988820" cy="434340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5641848"/>
            <a:ext cx="182880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280.37 MiB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5577840"/>
            <a:ext cx="2034540" cy="434340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5641848"/>
            <a:ext cx="1874519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19.62 MiB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Liknande CPU-bruk. Ingen registrerte HTTP-feil.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Ressursbruk og sjekkar må lesast saman med gjennomstrøyminga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454914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84248"/>
            <a:ext cx="438912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3F6FB"/>
                </a:solidFill>
                <a:latin typeface="Aptos"/>
              </a:rPr>
              <a:t>Måltal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920240"/>
            <a:ext cx="198882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8968" y="1984248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60920" y="1920240"/>
            <a:ext cx="198882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84248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920240"/>
            <a:ext cx="203454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82328" y="1984248"/>
            <a:ext cx="1874519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587752"/>
            <a:ext cx="454914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51760"/>
            <a:ext cx="438912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Gjennomsnittleg prosess-CPU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2587752"/>
            <a:ext cx="198882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2651760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19.31%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2587752"/>
            <a:ext cx="198882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651760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19.86%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587752"/>
            <a:ext cx="203454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82328" y="2651760"/>
            <a:ext cx="1874519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19.18%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255264"/>
            <a:ext cx="454914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3319272"/>
            <a:ext cx="438912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Beståtte sjekkar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3255264"/>
            <a:ext cx="198882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3319272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670,044 (100%)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55264"/>
            <a:ext cx="198882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70648" y="3319272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601,104 (100%)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3255264"/>
            <a:ext cx="2034540" cy="644652"/>
          </a:xfrm>
          <a:prstGeom prst="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82328" y="3319272"/>
            <a:ext cx="1874519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818,594 (100%)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922776"/>
            <a:ext cx="454914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3986784"/>
            <a:ext cx="438912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HTTP-førespurnader med feil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922776"/>
            <a:ext cx="198882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8968" y="3986784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20" y="3922776"/>
            <a:ext cx="198882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3986784"/>
            <a:ext cx="1828800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3922776"/>
            <a:ext cx="2034540" cy="644652"/>
          </a:xfrm>
          <a:prstGeom prst="rect">
            <a:avLst/>
          </a:prstGeom>
          <a:solidFill>
            <a:srgbClr val="10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82328" y="3986784"/>
            <a:ext cx="1874519" cy="6126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F3F6FB"/>
                </a:solidFill>
                <a:latin typeface="Aptos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029200"/>
            <a:ext cx="1065276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400" b="1">
                <a:solidFill>
                  <a:srgbClr val="5CD4B2"/>
                </a:solidFill>
                <a:latin typeface="Aptos"/>
              </a:rPr>
              <a:t>Alle tre bestod kvar sjekk. Rapportert CPU-bruk låg mellom 19.18 % og 19.86 %.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806440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CPU og RSS er sampla prosessmålingar; dei er ikkje målingar av heile maskina.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Kva kan vi konkludere med?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Resultata gjeld desse applikasjonane i dei registrerte lokale køyringane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10652760" cy="86868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130552"/>
            <a:ext cx="12344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5CD4B2"/>
                </a:solidFill>
                <a:latin typeface="Aptos"/>
              </a:rPr>
              <a:t>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30552"/>
            <a:ext cx="8732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F3F6FB"/>
                </a:solidFill>
                <a:latin typeface="Aptos"/>
              </a:rPr>
              <a:t>Høgast gjennomstrøyming, lågast responstid og klart minst RSS.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44368"/>
            <a:ext cx="10652760" cy="86868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3154680"/>
            <a:ext cx="12344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9F97FF"/>
                </a:solidFill>
                <a:latin typeface="Aptos"/>
              </a:rPr>
              <a:t>C#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154680"/>
            <a:ext cx="8732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F3F6FB"/>
                </a:solidFill>
                <a:latin typeface="Aptos"/>
              </a:rPr>
              <a:t>Nummer to på gjennomstrøyming; lågare snitt og median responstid enn Kotlin.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968496"/>
            <a:ext cx="10652760" cy="868680"/>
          </a:xfrm>
          <a:prstGeom prst="roundRect">
            <a:avLst/>
          </a:prstGeom>
          <a:solidFill>
            <a:srgbClr val="1B2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178808"/>
            <a:ext cx="12344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300" b="1">
                <a:solidFill>
                  <a:srgbClr val="F2B766"/>
                </a:solidFill>
                <a:latin typeface="Aptos"/>
              </a:rPr>
              <a:t>Kotlin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4178808"/>
            <a:ext cx="873252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F3F6FB"/>
                </a:solidFill>
                <a:latin typeface="Aptos"/>
              </a:rPr>
              <a:t>Lågare p90, p95 og maksimal responstid enn C#, men lågast gjennomstrøyming.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376672"/>
            <a:ext cx="1065276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B4C1D3"/>
                </a:solidFill>
                <a:latin typeface="Aptos"/>
              </a:rPr>
              <a:t>Ikkje ei generell språkrangering: README oppgir ikkje maskinvare, versjonar eller variasjon mellom gjentekne køyringar.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73152" cy="475488"/>
          </a:xfrm>
          <a:prstGeom prst="rect">
            <a:avLst/>
          </a:prstGeom>
          <a:solidFill>
            <a:srgbClr val="5CD4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20624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3000" b="1">
                <a:solidFill>
                  <a:srgbClr val="F3F6FB"/>
                </a:solidFill>
                <a:latin typeface="Aptos"/>
              </a:rPr>
              <a:t>Kjelder og applikasjonar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15568"/>
            <a:ext cx="1069848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B4C1D3"/>
                </a:solidFill>
                <a:latin typeface="Aptos"/>
              </a:rPr>
              <a:t>Klikk på lenkjene for datagrunnlag og implementasjonar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6364224"/>
            <a:ext cx="10652760" cy="10972"/>
          </a:xfrm>
          <a:prstGeom prst="rect">
            <a:avLst/>
          </a:prstGeom>
          <a:solidFill>
            <a:srgbClr val="354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510528"/>
            <a:ext cx="98755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00" b="0">
                <a:solidFill>
                  <a:srgbClr val="B4C1D3"/>
                </a:solidFill>
                <a:latin typeface="Aptos"/>
              </a:rPr>
              <a:t>Kjelde: README.md | Lokale k6-køyringar | MikAoJk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4572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09</a:t>
            </a:r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777240" y="1874519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README.md - metode, resultat og hovudfunn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777240" y="2240279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github.com/MikAoJk/rust-kotlin-csharp-crud-performance/blob/main/README.md</a:t>
            </a:r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777240" y="2670048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RUNS.md - råresultat frå k6</a:t>
            </a:r>
          </a:p>
        </p:txBody>
      </p:sp>
      <p:sp>
        <p:nvSpPr>
          <p:cNvPr id="11" name="TextBox 10">
            <a:hlinkClick r:id="rId3"/>
          </p:cNvPr>
          <p:cNvSpPr txBox="1"/>
          <p:nvPr/>
        </p:nvSpPr>
        <p:spPr>
          <a:xfrm>
            <a:off x="777240" y="3035808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github.com/MikAoJk/rust-kotlin-csharp-crud-performance/blob/main/RUNS.md</a:t>
            </a:r>
          </a:p>
        </p:txBody>
      </p:sp>
      <p:sp>
        <p:nvSpPr>
          <p:cNvPr id="12" name="TextBox 11">
            <a:hlinkClick r:id="rId4"/>
          </p:cNvPr>
          <p:cNvSpPr txBox="1"/>
          <p:nvPr/>
        </p:nvSpPr>
        <p:spPr>
          <a:xfrm>
            <a:off x="777240" y="3465576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C# - csharp-crud-rest-api</a:t>
            </a:r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777240" y="3831336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github.com/MikAoJk/csharp-crud-rest-api</a:t>
            </a:r>
          </a:p>
        </p:txBody>
      </p:sp>
      <p:sp>
        <p:nvSpPr>
          <p:cNvPr id="14" name="TextBox 13">
            <a:hlinkClick r:id="rId5"/>
          </p:cNvPr>
          <p:cNvSpPr txBox="1"/>
          <p:nvPr/>
        </p:nvSpPr>
        <p:spPr>
          <a:xfrm>
            <a:off x="777240" y="4261104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Kotlin - kotlin-ktor-crud-rest-api</a:t>
            </a:r>
          </a:p>
        </p:txBody>
      </p:sp>
      <p:sp>
        <p:nvSpPr>
          <p:cNvPr id="15" name="TextBox 14">
            <a:hlinkClick r:id="rId5"/>
          </p:cNvPr>
          <p:cNvSpPr txBox="1"/>
          <p:nvPr/>
        </p:nvSpPr>
        <p:spPr>
          <a:xfrm>
            <a:off x="777240" y="4626864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github.com/MikAoJk/kotlin-ktor-crud-rest-api</a:t>
            </a:r>
          </a:p>
        </p:txBody>
      </p:sp>
      <p:sp>
        <p:nvSpPr>
          <p:cNvPr id="16" name="TextBox 15">
            <a:hlinkClick r:id="rId6"/>
          </p:cNvPr>
          <p:cNvSpPr txBox="1"/>
          <p:nvPr/>
        </p:nvSpPr>
        <p:spPr>
          <a:xfrm>
            <a:off x="777240" y="5056631"/>
            <a:ext cx="1065276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5CD4B2"/>
                </a:solidFill>
                <a:latin typeface="Aptos"/>
              </a:rPr>
              <a:t>Rust - rust-crud-rest-api</a:t>
            </a:r>
          </a:p>
        </p:txBody>
      </p:sp>
      <p:sp>
        <p:nvSpPr>
          <p:cNvPr id="17" name="TextBox 16">
            <a:hlinkClick r:id="rId6"/>
          </p:cNvPr>
          <p:cNvSpPr txBox="1"/>
          <p:nvPr/>
        </p:nvSpPr>
        <p:spPr>
          <a:xfrm>
            <a:off x="777240" y="5422392"/>
            <a:ext cx="1065276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B4C1D3"/>
                </a:solidFill>
                <a:latin typeface="Aptos"/>
              </a:rPr>
              <a:t>github.com/MikAoJk/rust-crud-rest-api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CRUD-ytelse: Rust, Kotlin og C#</dc:title>
  <dc:subject>Lokale k6-målingar frå README.md</dc:subject>
  <dc:creator>MikAoJk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nn-NO</dc:language>
</cp:coreProperties>
</file>