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kAoJk/rust-kotlin-csharp-crud-performance/blob/main/README.md" TargetMode="External"/><Relationship Id="rId3" Type="http://schemas.openxmlformats.org/officeDocument/2006/relationships/hyperlink" Target="https://github.com/MikAoJk/rust-kotlin-csharp-crud-performance/blob/main/RUNS.md" TargetMode="External"/><Relationship Id="rId4" Type="http://schemas.openxmlformats.org/officeDocument/2006/relationships/hyperlink" Target="https://github.com/MikAoJk/csharp-crud-rest-api" TargetMode="External"/><Relationship Id="rId5" Type="http://schemas.openxmlformats.org/officeDocument/2006/relationships/hyperlink" Target="https://github.com/MikAoJk/kotlin-ktor-crud-rest-api" TargetMode="External"/><Relationship Id="rId6" Type="http://schemas.openxmlformats.org/officeDocument/2006/relationships/hyperlink" Target="https://github.com/MikAoJk/rust-crud-rest-ap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CRUD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C#  /  Kotlin  /  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900" b="1">
                <a:solidFill>
                  <a:srgbClr val="F4F7FC"/>
                </a:solidFill>
                <a:latin typeface="Aptos"/>
              </a:defRPr>
            </a:pPr>
            <a:r>
              <a:t>Same workload.</a:t>
            </a:r>
          </a:p>
          <a:p>
            <a:pPr>
              <a:spcAft>
                <a:spcPts val="1000"/>
              </a:spcAft>
              <a:defRPr sz="3900" b="1">
                <a:solidFill>
                  <a:srgbClr val="F4F7FC"/>
                </a:solidFill>
                <a:latin typeface="Aptos"/>
              </a:defRPr>
            </a:pPr>
            <a:r>
              <a:t>Different performance profiles.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49039"/>
            <a:ext cx="3566160" cy="2148840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593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988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A56A"/>
                </a:solidFill>
                <a:latin typeface="Aptos"/>
              </a:defRPr>
            </a:pPr>
            <a:r>
              <a:t>1,027.18 req/s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Highest average throughput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749039"/>
            <a:ext cx="3566160" cy="2148840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9593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4988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57D8E4"/>
                </a:solidFill>
                <a:latin typeface="Aptos"/>
              </a:defRPr>
            </a:pPr>
            <a:r>
              <a:t>1.29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257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Lowest maximum request latency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749039"/>
            <a:ext cx="3566160" cy="2148840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9593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ALL THREE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4988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B6A1FF"/>
                </a:solidFill>
                <a:latin typeface="Aptos"/>
              </a:defRPr>
            </a:pPr>
            <a:r>
              <a:t>100%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57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Zero failed HTTP requests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One shared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k6 load tests ran locally for seven minutes, ramping up to 200 virtual users and back down.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3566160" cy="2057400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0720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7FC"/>
                </a:solidFill>
                <a:latin typeface="Aptos"/>
              </a:defRPr>
            </a:pPr>
            <a:r>
              <a:t>7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Includes ramp-up and ramp-down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57400"/>
            <a:ext cx="3566160" cy="2057400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67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PEAK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0720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7FC"/>
                </a:solidFill>
                <a:latin typeface="Aptos"/>
              </a:defRPr>
            </a:pPr>
            <a:r>
              <a:t>200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Virtual users, not requests/s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566160" cy="2057400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267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CRUD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0720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7FC"/>
                </a:solidFill>
                <a:latin typeface="Aptos"/>
              </a:defRPr>
            </a:pPr>
            <a:r>
              <a:t>7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Per completed iteration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2628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t>Create  &gt;  List  &gt;  Read  &gt;  Update  &gt;  Read updated  &gt;  Delete  &gt;  Read deleted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138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C2D6"/>
                </a:solidFill>
                <a:latin typeface="Aptos"/>
              </a:defRPr>
            </a:pPr>
            <a:r>
              <a:t>The final read expects HTTP 404. This is a successful check, not an HTTP failure.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Rust delivered the highest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Whole-test average HTTP requests per second. Higher is better.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t>HTTP requests/s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697479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646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6220" y="2697479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9059" y="48646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600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59" y="2697479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48646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1,200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43784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B6A1FF"/>
                </a:solidFill>
                <a:latin typeface="Aptos"/>
              </a:defRPr>
            </a:pPr>
            <a:r>
              <a:t>C#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788920"/>
            <a:ext cx="1044429" cy="429768"/>
          </a:xfrm>
          <a:prstGeom prst="rect">
            <a:avLst/>
          </a:prstGeom>
          <a:solidFill>
            <a:srgbClr val="B6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0037" y="2834639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230.36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29584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7D8E4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474720"/>
            <a:ext cx="3437285" cy="429768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2893" y="3520439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758.13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15383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A56A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4160520"/>
            <a:ext cx="4657131" cy="429768"/>
          </a:xfrm>
          <a:prstGeom prst="rect">
            <a:avLst/>
          </a:prstGeom>
          <a:solidFill>
            <a:srgbClr val="FF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2739" y="420624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1,027.18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257800"/>
            <a:ext cx="6355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Requests per second | linear scale starting at zero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011680"/>
            <a:ext cx="3429000" cy="1819656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22199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RUST VS C#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761488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A56A"/>
                </a:solidFill>
                <a:latin typeface="Aptos"/>
              </a:defRPr>
            </a:pPr>
            <a:r>
              <a:t>4.46x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520440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50791"/>
            <a:ext cx="3429000" cy="1819656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426110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RUST VS KOTLIN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80060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A56A"/>
                </a:solidFill>
                <a:latin typeface="Aptos"/>
              </a:defRPr>
            </a:pPr>
            <a:r>
              <a:t>+35.5%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559552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788152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C2D6"/>
                </a:solidFill>
                <a:latin typeface="Aptos"/>
              </a:defRPr>
            </a:pPr>
            <a:r>
              <a:t>Total requests: C# 96,803  |  Kotlin 318,451  |  Rust 431,417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Rust led typical and p95 request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k6 http_req_duration measures individual requests. Lower is better.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t>Average request 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03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32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712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B6A1FF"/>
                </a:solidFill>
                <a:latin typeface="Aptos"/>
              </a:defRPr>
            </a:pPr>
            <a:r>
              <a:t>C#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816352"/>
            <a:ext cx="3079070" cy="429768"/>
          </a:xfrm>
          <a:prstGeom prst="rect">
            <a:avLst/>
          </a:prstGeom>
          <a:solidFill>
            <a:srgbClr val="B6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4678" y="28620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538.77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7D8E4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502152"/>
            <a:ext cx="931316" cy="429768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6924" y="35478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162.96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428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A56A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4187952"/>
            <a:ext cx="685857" cy="429768"/>
          </a:xfrm>
          <a:prstGeom prst="rect">
            <a:avLst/>
          </a:prstGeom>
          <a:solidFill>
            <a:srgbClr val="FF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1465" y="42336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120.01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28523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Milliseconds (ms)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01168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t>p95 request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0110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394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1,250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2,500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8712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B6A1FF"/>
                </a:solidFill>
                <a:latin typeface="Aptos"/>
              </a:defRPr>
            </a:pPr>
            <a:r>
              <a:t>C#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2816352"/>
            <a:ext cx="2973445" cy="429768"/>
          </a:xfrm>
          <a:prstGeom prst="rect">
            <a:avLst/>
          </a:prstGeom>
          <a:solidFill>
            <a:srgbClr val="B6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61213" y="28620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2,290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7D8E4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3502152"/>
            <a:ext cx="385613" cy="429768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73381" y="35478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296.98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2428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A56A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187952"/>
            <a:ext cx="255313" cy="429768"/>
          </a:xfrm>
          <a:prstGeom prst="rect">
            <a:avLst/>
          </a:prstGeom>
          <a:solidFill>
            <a:srgbClr val="FF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081" y="42336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196.63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285232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Milliseconds (ms) | separate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C2D6"/>
                </a:solidFill>
                <a:latin typeface="Aptos"/>
              </a:defRPr>
            </a:pPr>
            <a:r>
              <a:t>Rust also had the lowest median (100.64 ms) and p90 (194.12 ms) request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The tail tells a different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A low p95 does not rule out rare, much slower requests.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t>Maximum observed request 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47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76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712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B6A1FF"/>
                </a:solidFill>
                <a:latin typeface="Aptos"/>
              </a:defRPr>
            </a:pPr>
            <a:r>
              <a:t>C#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816352"/>
            <a:ext cx="2596038" cy="429768"/>
          </a:xfrm>
          <a:prstGeom prst="rect">
            <a:avLst/>
          </a:prstGeom>
          <a:solidFill>
            <a:srgbClr val="B6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1646" y="28620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7.90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7D8E4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502152"/>
            <a:ext cx="423910" cy="429768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59518" y="35478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1.29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428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A56A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4187952"/>
            <a:ext cx="5152644" cy="429768"/>
          </a:xfrm>
          <a:prstGeom prst="rect">
            <a:avLst/>
          </a:prstGeom>
          <a:solidFill>
            <a:srgbClr val="FF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8252" y="42336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15.68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285232"/>
            <a:ext cx="6172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Seconds (s) | lower is better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2011680"/>
            <a:ext cx="3474720" cy="4005072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2860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4F7FC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53512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5C2D6"/>
                </a:solidFill>
                <a:latin typeface="Aptos"/>
              </a:defRPr>
            </a:pPr>
            <a:r>
              <a:t>Kotlin recorded the lowest maximum.</a:t>
            </a:r>
          </a:p>
          <a:p>
            <a:pPr>
              <a:spcAft>
                <a:spcPts val="1000"/>
              </a:spcAft>
              <a:defRPr sz="2000" b="0">
                <a:solidFill>
                  <a:srgbClr val="B5C2D6"/>
                </a:solidFill>
                <a:latin typeface="Aptos"/>
              </a:defRPr>
            </a:pPr>
            <a:r>
              <a:t>Rust had the largest spike despite the lowest p95.</a:t>
            </a:r>
          </a:p>
          <a:p>
            <a:pPr>
              <a:spcAft>
                <a:spcPts val="1000"/>
              </a:spcAft>
              <a:defRPr sz="2000" b="0">
                <a:solidFill>
                  <a:srgbClr val="B5C2D6"/>
                </a:solidFill>
                <a:latin typeface="Aptos"/>
              </a:defRPr>
            </a:pPr>
            <a:r>
              <a:t>Maxima describe these runs, not a worst-case guarantee.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A CRUD cycle is more than one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Iteration duration covers the full seven-request cycle. Lower is better.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t>Average iteration duration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03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32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712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B6A1FF"/>
                </a:solidFill>
                <a:latin typeface="Aptos"/>
              </a:defRPr>
            </a:pPr>
            <a:r>
              <a:t>C#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816352"/>
            <a:ext cx="3231832" cy="429768"/>
          </a:xfrm>
          <a:prstGeom prst="rect">
            <a:avLst/>
          </a:prstGeom>
          <a:solidFill>
            <a:srgbClr val="B6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7440" y="28620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3.77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7D8E4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502152"/>
            <a:ext cx="977264" cy="429768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2873" y="35478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1.14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428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A56A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4187952"/>
            <a:ext cx="722396" cy="429768"/>
          </a:xfrm>
          <a:prstGeom prst="rect">
            <a:avLst/>
          </a:prstGeom>
          <a:solidFill>
            <a:srgbClr val="FF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8004" y="42336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0.843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28523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Seconds 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01168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4F7FC"/>
                </a:solidFill>
                <a:latin typeface="Aptos"/>
              </a:defRPr>
            </a:pPr>
            <a:r>
              <a:t>p95 iteration duration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0110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394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0" y="2724912"/>
            <a:ext cx="10972" cy="2057400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5C2D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8712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B6A1FF"/>
                </a:solidFill>
                <a:latin typeface="Aptos"/>
              </a:defRPr>
            </a:pPr>
            <a:r>
              <a:t>C#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2816352"/>
            <a:ext cx="3043237" cy="429768"/>
          </a:xfrm>
          <a:prstGeom prst="rect">
            <a:avLst/>
          </a:prstGeom>
          <a:solidFill>
            <a:srgbClr val="B6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1005" y="28620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7.50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5570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7D8E4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3502152"/>
            <a:ext cx="685742" cy="429768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10" y="35478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1.69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24281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A56A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187952"/>
            <a:ext cx="815587" cy="429768"/>
          </a:xfrm>
          <a:prstGeom prst="rect">
            <a:avLst/>
          </a:prstGeom>
          <a:solidFill>
            <a:srgbClr val="FF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03355" y="423367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F7FC"/>
                </a:solidFill>
                <a:latin typeface="Aptos"/>
              </a:defRPr>
            </a:pPr>
            <a:r>
              <a:t>2.01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285232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Seconds (s) | separate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C2D6"/>
                </a:solidFill>
                <a:latin typeface="Aptos"/>
              </a:defRPr>
            </a:pPr>
            <a:r>
              <a:t>Rust had the fastest average cycle; Kotlin had the lowest p95 cycle duration.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All three passed every recorded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The tests checked response status and body behavior throughout the CRUD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566160" cy="3136392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219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C#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B6A1FF"/>
                </a:solidFill>
                <a:latin typeface="Aptos"/>
              </a:defRPr>
            </a:pPr>
            <a:r>
              <a:t>100%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310896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193,606 successful checks</a:t>
            </a:r>
          </a:p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0 failed HTTP requests</a:t>
            </a:r>
          </a:p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13,829 completed cycles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5896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B6A1FF"/>
                </a:solidFill>
                <a:latin typeface="Aptos"/>
              </a:defRPr>
            </a:pPr>
            <a:r>
              <a:t>32.91 CRUD iterations/s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566160" cy="3136392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219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6148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57D8E4"/>
                </a:solidFill>
                <a:latin typeface="Aptos"/>
              </a:defRPr>
            </a:pPr>
            <a:r>
              <a:t>100%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520440"/>
            <a:ext cx="310896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636,902 successful checks</a:t>
            </a:r>
          </a:p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0 failed HTTP requests</a:t>
            </a:r>
          </a:p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45,493 completed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45896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57D8E4"/>
                </a:solidFill>
                <a:latin typeface="Aptos"/>
              </a:defRPr>
            </a:pPr>
            <a:r>
              <a:t>108.30 CRUD iterations/s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011680"/>
            <a:ext cx="3566160" cy="3136392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219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6148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A56A"/>
                </a:solidFill>
                <a:latin typeface="Aptos"/>
              </a:defRPr>
            </a:pPr>
            <a:r>
              <a:t>100%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310896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862,834 successful checks</a:t>
            </a:r>
          </a:p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0 failed HTTP requests</a:t>
            </a:r>
          </a:p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61,631 completed cycles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45896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A56A"/>
                </a:solidFill>
                <a:latin typeface="Aptos"/>
              </a:defRPr>
            </a:pPr>
            <a:r>
              <a:t>146.74 CRUD iterations/s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What these results do - and do not -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A comparison of three recorded application runs, not a general ranking of languages.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5394960" cy="4005072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486400" cy="4005072"/>
          </a:xfrm>
          <a:prstGeom prst="roundRect">
            <a:avLst>
              <a:gd name="adj" fmla="val 12000"/>
            </a:avLst>
          </a:prstGeom>
          <a:solidFill>
            <a:srgbClr val="1B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4F7FC"/>
                </a:solidFill>
                <a:latin typeface="Aptos"/>
              </a:defRPr>
            </a:pPr>
            <a:r>
              <a:t>Supported by the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892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Same k6 workload and local machine.</a:t>
            </a:r>
          </a:p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Throughput includes load ramps.</a:t>
            </a:r>
          </a:p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Request latency and cycle duration measure different things.</a:t>
            </a:r>
          </a:p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Expected 404s count as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F4F7FC"/>
                </a:solidFill>
                <a:latin typeface="Aptos"/>
              </a:defRPr>
            </a:pPr>
            <a:r>
              <a:t>Not established by these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983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Repeatability or statistical uncertainty.</a:t>
            </a:r>
          </a:p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The cause of Rust's latency spike.</a:t>
            </a:r>
          </a:p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Production capacity or deployment costs.</a:t>
            </a:r>
          </a:p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A universal language performance ranking.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Three takeaways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Balance throughput, typical response time, and tail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9436" cy="1069848"/>
          </a:xfrm>
          <a:prstGeom prst="rect">
            <a:avLst/>
          </a:prstGeom>
          <a:solidFill>
            <a:srgbClr val="FF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A56A"/>
                </a:solidFill>
                <a:latin typeface="Aptos"/>
              </a:defRPr>
            </a:pPr>
            <a:r>
              <a:t>Rust: highest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973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Lowest average, median, p90 and p95 request latency, plus the fastest average CRUD cycle.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19272"/>
            <a:ext cx="59436" cy="1069848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7D8E4"/>
                </a:solidFill>
                <a:latin typeface="Aptos"/>
              </a:defRPr>
            </a:pPr>
            <a:r>
              <a:t>Kotlin: lower observed extremes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13048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Lowest maximum request latency and p95 cycle duration; 3.29x C# throughput.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72583"/>
            <a:ext cx="59436" cy="1069848"/>
          </a:xfrm>
          <a:prstGeom prst="rect">
            <a:avLst/>
          </a:prstGeom>
          <a:solidFill>
            <a:srgbClr val="B6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72583"/>
            <a:ext cx="106070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B6A1FF"/>
                </a:solidFill>
                <a:latin typeface="Aptos"/>
              </a:defRPr>
            </a:pPr>
            <a:r>
              <a:t>All three: checks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59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5C2D6"/>
                </a:solidFill>
                <a:latin typeface="Aptos"/>
              </a:defRPr>
            </a:pPr>
            <a:r>
              <a:t>Zero HTTP failures in these runs. Use the results as local evidence, not a universal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Appendix | Complete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Values reproduced from README.md. Lower latency is better; higher throughput is better.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38528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194560"/>
                <a:gridCol w="2194560"/>
                <a:gridCol w="2194560"/>
              </a:tblGrid>
              <a:tr h="30044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109728" marT="32004" marB="32004" anchor="ctr">
                    <a:solidFill>
                      <a:srgbClr val="3543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6A1FF"/>
                          </a:solidFill>
                          <a:latin typeface="Aptos"/>
                        </a:defRPr>
                      </a:pPr>
                      <a:r>
                        <a:t>C#</a:t>
                      </a:r>
                    </a:p>
                  </a:txBody>
                  <a:tcPr marL="109728" marT="32004" marB="32004" anchor="ctr">
                    <a:solidFill>
                      <a:srgbClr val="3543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7D8E4"/>
                          </a:solidFill>
                          <a:latin typeface="Aptos"/>
                        </a:defRPr>
                      </a:pPr>
                      <a:r>
                        <a:t>Kotlin</a:t>
                      </a:r>
                    </a:p>
                  </a:txBody>
                  <a:tcPr marL="109728" marT="32004" marB="32004" anchor="ctr">
                    <a:solidFill>
                      <a:srgbClr val="3543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A56A"/>
                          </a:solidFill>
                          <a:latin typeface="Aptos"/>
                        </a:defRPr>
                      </a:pPr>
                      <a:r>
                        <a:t>Rust</a:t>
                      </a:r>
                    </a:p>
                  </a:txBody>
                  <a:tcPr marL="109728" marT="32004" marB="32004" anchor="ctr">
                    <a:solidFill>
                      <a:srgbClr val="35435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HTTP requests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96,803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318,451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431,417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HTTP requests/s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230.36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758.13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1,027.18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Completed CRUD iterations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13,829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45,493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61,631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CRUD iterations/s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32.91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108.30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146.74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Average request latency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538.77 ms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162.96 ms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120.01 ms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Median request latency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301.28 ms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188.97 ms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100.64 ms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p90 request latency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1.69 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289.79 ms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194.12 ms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p95 request latency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2.29 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296.98 ms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196.63 ms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Maximum request latency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7.90 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1.29 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15.68 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Average iteration duration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3.77 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1.14 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842.69 ms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p95 iteration duration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7.50 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1.69 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2.01 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Successful checks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193,606 (100%)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636,902 (100%)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862,834 (100%)</a:t>
                      </a:r>
                    </a:p>
                  </a:txBody>
                  <a:tcPr marL="109728" marT="32004" marB="32004" anchor="ctr">
                    <a:solidFill>
                      <a:srgbClr val="101827"/>
                    </a:solidFill>
                  </a:tcPr>
                </a:tc>
              </a:tr>
              <a:tr h="30045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Failed HTTP requests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4F7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109728" marT="32004" marB="32004" anchor="ctr">
                    <a:solidFill>
                      <a:srgbClr val="1B27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402336" cy="54864"/>
          </a:xfrm>
          <a:prstGeom prst="rect">
            <a:avLst/>
          </a:prstGeom>
          <a:solidFill>
            <a:srgbClr val="57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4F7FC"/>
                </a:solidFill>
                <a:latin typeface="Aptos"/>
              </a:defRPr>
            </a:pPr>
            <a:r>
              <a:t>Sources | Applications and benchmark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0759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C2D6"/>
                </a:solidFill>
                <a:latin typeface="Aptos"/>
              </a:defRPr>
            </a:pPr>
            <a:r>
              <a:t>Based on the repository README and recorded k6 output. No new benchmarks were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0972"/>
          </a:xfrm>
          <a:prstGeom prst="rect">
            <a:avLst/>
          </a:prstGeom>
          <a:solidFill>
            <a:srgbClr val="35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5C2D6"/>
                </a:solidFill>
                <a:latin typeface="Aptos"/>
              </a:defRPr>
            </a:pPr>
            <a:r>
              <a:t>Source: README.md and RUNS.md | Recorded local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B5C2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4F7FC"/>
                </a:solidFill>
                <a:latin typeface="Aptos"/>
              </a:defRPr>
            </a:pPr>
            <a:r>
              <a:t>README | Methodology, results and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76856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7D8E4"/>
                </a:solidFill>
                <a:latin typeface="Aptos"/>
              </a:defRPr>
            </a:pPr>
            <a:r>
              <a:rPr>
                <a:solidFill>
                  <a:srgbClr val="57D8E4"/>
                </a:solidFill>
                <a:hlinkClick r:id="rId2"/>
              </a:rPr>
              <a:t>https://github.com/MikAoJk/rust-kotlin-csharp-crud-performance/blob/main/README.md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15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4F7FC"/>
                </a:solidFill>
                <a:latin typeface="Aptos"/>
              </a:defRPr>
            </a:pPr>
            <a:r>
              <a:t>RUNS | Recorded k6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7D8E4"/>
                </a:solidFill>
                <a:latin typeface="Aptos"/>
              </a:defRPr>
            </a:pPr>
            <a:r>
              <a:rPr>
                <a:solidFill>
                  <a:srgbClr val="57D8E4"/>
                </a:solidFill>
                <a:hlinkClick r:id="rId3"/>
              </a:rPr>
              <a:t>https://github.com/MikAoJk/rust-kotlin-csharp-crud-performance/blob/main/RUNS.md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9300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4F7FC"/>
                </a:solidFill>
                <a:latin typeface="Aptos"/>
              </a:defRPr>
            </a:pPr>
            <a:r>
              <a:t>C#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31336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7D8E4"/>
                </a:solidFill>
                <a:latin typeface="Aptos"/>
              </a:defRPr>
            </a:pPr>
            <a:r>
              <a:rPr>
                <a:solidFill>
                  <a:srgbClr val="57D8E4"/>
                </a:solidFill>
                <a:hlinkClick r:id="rId4"/>
              </a:rPr>
              <a:t>https://github.com/MikAoJk/csharp-crud-rest-api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7024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4F7FC"/>
                </a:solidFill>
                <a:latin typeface="Aptos"/>
              </a:defRPr>
            </a:pPr>
            <a:r>
              <a:t>Kotlin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08576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7D8E4"/>
                </a:solidFill>
                <a:latin typeface="Aptos"/>
              </a:defRPr>
            </a:pPr>
            <a:r>
              <a:rPr>
                <a:solidFill>
                  <a:srgbClr val="57D8E4"/>
                </a:solidFill>
                <a:hlinkClick r:id="rId5"/>
              </a:rPr>
              <a:t>https://github.com/MikAoJk/kotlin-ktor-crud-rest-api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4748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4F7FC"/>
                </a:solidFill>
                <a:latin typeface="Aptos"/>
              </a:defRPr>
            </a:pPr>
            <a:r>
              <a:t>Rust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85816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7D8E4"/>
                </a:solidFill>
                <a:latin typeface="Aptos"/>
              </a:defRPr>
            </a:pPr>
            <a:r>
              <a:rPr>
                <a:solidFill>
                  <a:srgbClr val="57D8E4"/>
                </a:solidFill>
                <a:hlinkClick r:id="rId6"/>
              </a:rPr>
              <a:t>https://github.com/MikAoJk/rust-crud-rest-api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25312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C2D6"/>
                </a:solidFill>
                <a:latin typeface="Aptos"/>
              </a:defRPr>
            </a:pPr>
            <a:r>
              <a:t>Each application repository contains the referenced workload under /performance-test.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 Performance Comparison: C#, Kotlin and Rust</dc:title>
  <dc:subject>Local k6 benchmark results from README.md and RUNS.md</dc:subject>
  <dc:creator>MikAoJk</dc:creator>
  <cp:keywords>CRUD, k6, C#, Kotlin, Rust, throughput, latency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